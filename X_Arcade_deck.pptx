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X's head of product, writing in February. The platform exists to give people a pulse on humanity, and nothing is more unsettling than reading what you think is a person and finding it was a machine. We did not invent that problem. X wrote it down. We built the product for it.  CUE: the quote is on screen, point and paraphrase, do not read it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X is already at war with this. Forty-two thousand chatbot accounts removed in one sweep. The InfoFi ban, killing the apps that pay people to post slop. They named the enemy, the slop-ocalypse. But in twenty years X has never shipped a game, and the AI game they promised is still unshipped. That lane is open and the mission is already stated.  CUE: point at the three cards, do not read them. The 62.9k likes figure is reported, not ours, keep it off the mic.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what we built. One real trending thread off X. Four of these replies are real people, one was written by Grok to blend in. Thirty seconds to find the machine. Matches run six rounds and end on a results screen. Some rounds are text, some are GIF rounds where the fake is an Imagine video.  CUE: this is the shape of the game. We play it live at the end, not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Before we go further, take out your phone and scan this code. It drops you straight into the room. There is no host to wait for, the room runs itself on a clock. Get in now, and we will play a live round together at the end.  CUE: THE QR MUST BE ON SCREEN HERE. The audience joins during the rest of the deck, so the room is full by slide 9. Do not tap START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Under the hood it is five beats. A search finds a live thread, a second grounded call reads the real replies, Grok writes the imposter, five deterministic gates screen the round and fail closed, and only clean rounds serve. One event-day pull was rejected for an embedded link and never served. And you cannot cheat: during guessing, the answer never leaves the server.  CUE: only go deep here if the room is technical, otherwise one sentence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the thesis. X drew a bright line at AI with no human in the loop. Enforcing that line is starved for data about what reads as machine-written to real people. Every guess in the game is exactly that label, and the wrong guesses are the richest half, real people who read like bots. We have measured none of this yet, and it says so on the slide.  CUE: say the word thesis out loud, it is your honesty anchor.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 platform, not one game. A cartridge ships rounds behind one small contract, and the cabinet supplies the rooms, the clock, scoring, the voice host, and the share cards. The gates are infrastructure. A rejected round is not a bug, it is the screen working.  CUE: keep this short unless a judge asks.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money is the sponsored arena. A brand picks a topic, the game stays identical, and the winner's share card carries the sponsor mark, so every share is brand reach next to a topic the brand chose. Tie it to the receipts: X killed pay-to-post because it makes slop, and this aligns the incentive with brand-safe human play. Every number here is illustrative and labeled as such.  CUE: never quote a market size, there is not a real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Built in a day, on the xAI API, live and playable right now. Usage is public and honest at slash stats, real player actions, never impressions. What is staged, the post-back to X, we say so. The ask is small: ship one cartridge behind a real X surface and instrument the guess stream. And now, let us actually play.  CUE: SWITCH TO THE APP. The room is already full from slide 4. Tap START, run one round, land the reveal. Done.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