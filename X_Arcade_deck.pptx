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platform's own words, per Mohit's direction. This is X's head of product stating the mission in February 2026: the platform exists to give people an authentic pulse on humanity, and nothing is more unsettling than machine text wearing a human face. Decoy is that sentence turned into a game. The quote is verbatim from the public post at the URL on the slide. Land the beat: we did not invent this problem statement. X wrote it. We built the product for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receipts, all public posts from X's head of product, quoted verbatim with dates and URLs on the slide. July 24: 42,000 chatbot accounts removed, with the bright line named, no AI engagement without a human in the loop. July 31: the slop-ocalypse framing. January 15: the InfoFi ban, X kills apps whose incentives manufacture slop. Reported engagement on the purge post was about 62.9k likes, quoted as reported, not measured by us. The gap: for all that war footing, X has never shipped a game, and the promised AI game from October 2025 remains unshipped. The lane is open and the mission is stated. Next slide is what we drove into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loop is one breath long. A real post, four replies read verbatim from the thread, one imposter Grok wrote to match the thread's register. Thirty seconds to tap the machine. New today: matches cap at six rounds and end on a results screen with standings, rounds alternate between text and GIF modes where the fake is an Imagine-generated clip hidden among real reaction GIFs, and the reveal chips every card with who picked it. Twelve topic rounds are committed across sports, gaming, science, space, music, movies, food, crypto, ai, tech, travel, and nba. The live demo build plays six of them with GIF rounds enabled.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talking and play. The QR on screen drops everyone into room GROK. There is no host to wait for: the first player in a lobby arms a ten second countdown and the room runs itself from there, reveal to next round on a clock, with any player able to skip the wait. A lone judge clicking the link at 2am gets a real game against the house. If the venue network dies, the demo runs offline from committed fixtures with zero network egress, proven by a socket guard. Open the Space ten minutes before the slot so the container is warm.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beats: x_search finds a live thread, a second grounded call reads its replies verbatim and rejects any response that made no search call, Grok writes the imposter, five deterministic gates screen the round and fail closed, and the queue serves only clean rounds. All probe numbers are measured and committed under artifacts/probes/. The commentator agent runs on a fast model because we measured the big one at 5.3 to 5.9 seconds per line versus 0.6 (artifacts/probes/host_agent_chat.json). Anti-cheat runs deeper than field stripping: during guessing, real media URLs never leave the server. Every reply's clip serves through an opaque per-round URL with identical shape and headers, because the decoy used to be identifiable three ways without playing, by its URL path, by being the only mp4, and by a pending status only a decoy could have. Proven closed by fetching every media URL across twelve straight rounds.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straight back to slide two: X drew the bright line at AI engagement with no human in the loop, and enforcement of that line is starved for labeled data about what reads as machine-written to actual humans. Every Decoy guess is exactly that label, attached to real content, at game speed. The wrong guesses are the richest half, real people whose replies read like bots. We have measured none of it and say so on the slide. The claim is that the loop exists and the game mints the labels as a side effect of being fun.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platform claim rests on the seam. A cartridge ships rounds that satisfy one small contract, and the cabinet supplies rooms, the session clock, scoring, the voice host, the commentator agent, and the share card forge. The gates run at load, deterministic, and fail closed, and they proved themselves on real content: an event-day live pull was rejected on G_URL and never served. The gates check integrity, not taste, so freshly pulled rounds also get a human read before they serve. That is the answer an ads buyer needs first, a deterministic screen that a brand never sits behind.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ad surfaces fall out of the game. Sponsored arenas: a brand picks a topic, gets an accent and its name on the arena, the game stays identical. The share card: the winner's card carries the sponsor mark, so every organic share is brand reach next to a topic the brand chose. Tie it to the receipts: X's InfoFi ban killed apps that pay users to post, because that incentive manufactures slop, while a sponsored arena aligns the incentive with brand-safe, human play. The ad module ships with its cpm field set to the literal string ILLUSTRATIVE and every demo sponsor is fictional, so no invented market number appears anywhere. Any revenue figure attached to this is a projection, said plainly.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candor. Built on the xAI API surfaces: x_search, Grok 4.5 text, Imagine image and video, Grok voice. What is real: live rounds from real threads, six-round matches, GIF rounds with an opaque anti-cheat, gates that rejected real content on event day, and an offline proof with zero network egress. What is staged and stated as staged: the post-back to X. The usage page at /stats counts real player actions and says its counters reset on deploy, so the number is honest, not an impression count. The ask is small and concrete: ship one cartridge behind a real X surface and instrument the guess stream to test the flywheel thesis for real.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